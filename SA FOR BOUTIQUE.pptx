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Janani Boutique System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Boutique Management System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Janani Boutique sells sarees, chudithars and customized dresses. This system helps manage orders, designs, stitching and billing digitally.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Manage customer orders</a:t>
            </a:r>
          </a:p>
          <a:p>
            <a:r>
              <a:t>• Maintain stock</a:t>
            </a:r>
          </a:p>
          <a:p>
            <a:r>
              <a:t>• Track stitching work</a:t>
            </a:r>
          </a:p>
          <a:p>
            <a:r>
              <a:t>• Generate bills</a:t>
            </a:r>
          </a:p>
          <a:p>
            <a:r>
              <a:t>• Improve boutique efficiency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Login Screen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by: Admin, Designer, Tailor, Billing Staff</a:t>
            </a:r>
          </a:p>
          <a:p>
            <a:r>
              <a:t>Purpose: Secure access to the boutique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Screen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by: Admin</a:t>
            </a:r>
          </a:p>
          <a:p>
            <a:r>
              <a:t>Shows: Total orders, today sales, pending orders, stock status.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Details Screen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by: Admin, Billing Staff</a:t>
            </a:r>
          </a:p>
          <a:p>
            <a:r>
              <a:t>Stores: Customer name, phone number, address, order history.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 Booking Screen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by: Admin, Designer</a:t>
            </a:r>
          </a:p>
          <a:p>
            <a:r>
              <a:t>Enter: Dress type, measurements, order date, delivery date, advance payment.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Billing Screen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by: Billing Staff, Admin</a:t>
            </a:r>
          </a:p>
          <a:p>
            <a:r>
              <a:t>Functions: Generate bill, record payment, update balance amount.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Designer Screen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by: Designer</a:t>
            </a:r>
          </a:p>
          <a:p>
            <a:r>
              <a:t>Functions: Upload designs, select fabrics, approve design for stitching.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Tailor Screen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by: Tailor</a:t>
            </a:r>
          </a:p>
          <a:p>
            <a:r>
              <a:t>Functions: View assigned orders, check measurements, update stitching status.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→ Admin (Order Booking) → Designer → Tailor → Billing → Delivery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DFD (Level 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provides order → System processes order → Tailor stitches dress → Billing generates invoice.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 (Admin, Designer, Tailor, Billing) → Boutique Management System → Database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boutique management system improves efficiency, reduces manual errors and helps manage orders and customers easily.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1510</Words>
  <Application>WPS Presentation</Application>
  <PresentationFormat>On-screen Show (4:3)</PresentationFormat>
  <Paragraphs>67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Janani Boutique System Analysis</vt:lpstr>
      <vt:lpstr>Introduction</vt:lpstr>
      <vt:lpstr>Objectives</vt:lpstr>
      <vt:lpstr>Login Screen</vt:lpstr>
      <vt:lpstr>Dashboard Screen</vt:lpstr>
      <vt:lpstr>Customer Details Screen</vt:lpstr>
      <vt:lpstr>Order Booking Screen</vt:lpstr>
      <vt:lpstr>Billing Screen</vt:lpstr>
      <vt:lpstr>Designer Screen</vt:lpstr>
      <vt:lpstr>Tailor Screen</vt:lpstr>
      <vt:lpstr>System Workflow</vt:lpstr>
      <vt:lpstr>DFD (Level 0)</vt:lpstr>
      <vt:lpstr>System Architecture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mahes</cp:lastModifiedBy>
  <cp:revision>2</cp:revision>
  <dcterms:created xsi:type="dcterms:W3CDTF">2013-01-27T09:14:00Z</dcterms:created>
  <dcterms:modified xsi:type="dcterms:W3CDTF">2026-03-16T09:53:56Z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28734C4FF5514A598DEC8C566583FE34_13</vt:lpwstr>
  </property>
  <property fmtid="{D5CDD505-2E9C-101B-9397-08002B2CF9AE}" pid="3" name="KSOProductBuildVer">
    <vt:lpwstr>1033-12.2.0.23196</vt:lpwstr>
  </property>
</Properties>
</file>